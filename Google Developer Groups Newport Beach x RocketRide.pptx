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Figtree"/>
      <p:regular r:id="rId12"/>
      <p:bold r:id="rId13"/>
      <p:italic r:id="rId14"/>
      <p:boldItalic r:id="rId15"/>
    </p:embeddedFont>
    <p:embeddedFont>
      <p:font typeface="Jost Light"/>
      <p:regular r:id="rId16"/>
      <p:bold r:id="rId17"/>
      <p:italic r:id="rId18"/>
      <p:boldItalic r:id="rId19"/>
    </p:embeddedFont>
    <p:embeddedFont>
      <p:font typeface="Figtree Light"/>
      <p:regular r:id="rId20"/>
      <p:bold r:id="rId21"/>
      <p:italic r:id="rId22"/>
      <p:boldItalic r:id="rId23"/>
    </p:embeddedFont>
    <p:embeddedFont>
      <p:font typeface="Jo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Light-regular.fntdata"/><Relationship Id="rId22" Type="http://schemas.openxmlformats.org/officeDocument/2006/relationships/font" Target="fonts/FigtreeLight-italic.fntdata"/><Relationship Id="rId21" Type="http://schemas.openxmlformats.org/officeDocument/2006/relationships/font" Target="fonts/FigtreeLight-bold.fntdata"/><Relationship Id="rId24" Type="http://schemas.openxmlformats.org/officeDocument/2006/relationships/font" Target="fonts/Jost-regular.fntdata"/><Relationship Id="rId23" Type="http://schemas.openxmlformats.org/officeDocument/2006/relationships/font" Target="fonts/Figtree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-italic.fntdata"/><Relationship Id="rId25" Type="http://schemas.openxmlformats.org/officeDocument/2006/relationships/font" Target="fonts/Jost-bold.fntdata"/><Relationship Id="rId27" Type="http://schemas.openxmlformats.org/officeDocument/2006/relationships/font" Target="fonts/Jo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igtree-bold.fntdata"/><Relationship Id="rId12" Type="http://schemas.openxmlformats.org/officeDocument/2006/relationships/font" Target="fonts/Figtree-regular.fntdata"/><Relationship Id="rId15" Type="http://schemas.openxmlformats.org/officeDocument/2006/relationships/font" Target="fonts/Figtree-boldItalic.fntdata"/><Relationship Id="rId14" Type="http://schemas.openxmlformats.org/officeDocument/2006/relationships/font" Target="fonts/Figtree-italic.fntdata"/><Relationship Id="rId17" Type="http://schemas.openxmlformats.org/officeDocument/2006/relationships/font" Target="fonts/JostLight-bold.fntdata"/><Relationship Id="rId16" Type="http://schemas.openxmlformats.org/officeDocument/2006/relationships/font" Target="fonts/JostLight-regular.fntdata"/><Relationship Id="rId19" Type="http://schemas.openxmlformats.org/officeDocument/2006/relationships/font" Target="fonts/JostLight-boldItalic.fntdata"/><Relationship Id="rId18" Type="http://schemas.openxmlformats.org/officeDocument/2006/relationships/font" Target="fonts/Jost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2a51069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2a51069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2a51069c4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e2a51069c4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2a51069c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2a51069c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2a51069c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2a51069c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2a51069c4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2a51069c4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a51069c4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e2a51069c4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2762925" y="4067650"/>
            <a:ext cx="6152400" cy="951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Google Developer Groups Newport Beach </a:t>
            </a:r>
            <a:r>
              <a:rPr lang="en" sz="2500">
                <a:solidFill>
                  <a:srgbClr val="FF0000"/>
                </a:solidFill>
              </a:rPr>
              <a:t>x</a:t>
            </a:r>
            <a:r>
              <a:rPr lang="en" sz="2500"/>
              <a:t> RocketRide</a:t>
            </a:r>
            <a:endParaRPr sz="2500"/>
          </a:p>
        </p:txBody>
      </p:sp>
      <p:sp>
        <p:nvSpPr>
          <p:cNvPr id="439" name="Google Shape;439;p48"/>
          <p:cNvSpPr txBox="1"/>
          <p:nvPr>
            <p:ph idx="1" type="subTitle"/>
          </p:nvPr>
        </p:nvSpPr>
        <p:spPr>
          <a:xfrm>
            <a:off x="1839925" y="2125350"/>
            <a:ext cx="52320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Highlight Reel Pipeline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 </a:t>
            </a:r>
            <a:r>
              <a:rPr lang="en" sz="2000"/>
              <a:t>Wilson Choi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 Choi</a:t>
            </a:r>
            <a:endParaRPr/>
          </a:p>
        </p:txBody>
      </p:sp>
      <p:sp>
        <p:nvSpPr>
          <p:cNvPr id="445" name="Google Shape;445;p49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46" name="Google Shape;446;p49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Video Highlight Generator using RocketRide Pipeline </a:t>
            </a:r>
            <a:r>
              <a:rPr lang="en" sz="4000">
                <a:solidFill>
                  <a:srgbClr val="FF0000"/>
                </a:solidFill>
              </a:rPr>
              <a:t>x</a:t>
            </a:r>
            <a:r>
              <a:rPr lang="en" sz="4000"/>
              <a:t>  </a:t>
            </a:r>
            <a:r>
              <a:rPr lang="en" sz="4000"/>
              <a:t>Gemini AI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Analyzes videos and creates a highlight reel based on AI recommendations.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 Choi</a:t>
            </a:r>
            <a:endParaRPr/>
          </a:p>
        </p:txBody>
      </p:sp>
      <p:sp>
        <p:nvSpPr>
          <p:cNvPr id="452" name="Google Shape;452;p50"/>
          <p:cNvSpPr txBox="1"/>
          <p:nvPr>
            <p:ph idx="1" type="subTitle"/>
          </p:nvPr>
        </p:nvSpPr>
        <p:spPr>
          <a:xfrm>
            <a:off x="228600" y="747672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453" name="Google Shape;4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4422"/>
            <a:ext cx="8839200" cy="3099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 Choi</a:t>
            </a:r>
            <a:endParaRPr/>
          </a:p>
        </p:txBody>
      </p:sp>
      <p:sp>
        <p:nvSpPr>
          <p:cNvPr id="459" name="Google Shape;459;p51"/>
          <p:cNvSpPr txBox="1"/>
          <p:nvPr>
            <p:ph idx="1" type="subTitle"/>
          </p:nvPr>
        </p:nvSpPr>
        <p:spPr>
          <a:xfrm>
            <a:off x="228600" y="747672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RocketRide Pipeline</a:t>
            </a:r>
            <a:endParaRPr/>
          </a:p>
        </p:txBody>
      </p:sp>
      <p:pic>
        <p:nvPicPr>
          <p:cNvPr id="460" name="Google Shape;4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00" y="1203972"/>
            <a:ext cx="8079206" cy="3787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 Choi</a:t>
            </a:r>
            <a:endParaRPr/>
          </a:p>
        </p:txBody>
      </p:sp>
      <p:sp>
        <p:nvSpPr>
          <p:cNvPr id="466" name="Google Shape;466;p52"/>
          <p:cNvSpPr txBox="1"/>
          <p:nvPr>
            <p:ph idx="1" type="subTitle"/>
          </p:nvPr>
        </p:nvSpPr>
        <p:spPr>
          <a:xfrm>
            <a:off x="228600" y="37489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RocketRide Chat</a:t>
            </a:r>
            <a:endParaRPr/>
          </a:p>
        </p:txBody>
      </p:sp>
      <p:pic>
        <p:nvPicPr>
          <p:cNvPr id="467" name="Google Shape;46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175" y="923100"/>
            <a:ext cx="3956700" cy="415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Wilson Choi</a:t>
            </a:r>
            <a:endParaRPr/>
          </a:p>
        </p:txBody>
      </p:sp>
      <p:sp>
        <p:nvSpPr>
          <p:cNvPr id="473" name="Google Shape;473;p53"/>
          <p:cNvSpPr txBox="1"/>
          <p:nvPr>
            <p:ph idx="1" type="subTitle"/>
          </p:nvPr>
        </p:nvSpPr>
        <p:spPr>
          <a:xfrm>
            <a:off x="228600" y="747672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</a:t>
            </a:r>
            <a:endParaRPr/>
          </a:p>
        </p:txBody>
      </p:sp>
      <p:pic>
        <p:nvPicPr>
          <p:cNvPr id="474" name="Google Shape;4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25" y="1203972"/>
            <a:ext cx="7096105" cy="3787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